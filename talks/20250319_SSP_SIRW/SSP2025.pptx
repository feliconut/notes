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B30"/>
    <a:srgbClr val="0075A3"/>
    <a:srgbClr val="9B9695"/>
    <a:srgbClr val="EA3323"/>
    <a:srgbClr val="3459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620"/>
    <p:restoredTop sz="94669"/>
  </p:normalViewPr>
  <p:slideViewPr>
    <p:cSldViewPr snapToGrid="0" showGuides="1">
      <p:cViewPr>
        <p:scale>
          <a:sx n="30" d="100"/>
          <a:sy n="30" d="100"/>
        </p:scale>
        <p:origin x="848" y="53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080136" cy="108013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100D2-F8CE-E848-B297-25BDBBB3C07A}" type="datetimeFigureOut">
              <a:rPr lang="en-US" smtClean="0"/>
              <a:t>3/15/25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CFAFB-B8B2-D547-BA61-5EE13963F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78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FAFB-B8B2-D547-BA61-5EE13963FC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5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9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6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7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0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1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9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6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6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0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4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5BD6C-F00A-4B48-91D1-463A67471846}" type="datetimeFigureOut">
              <a:rPr lang="en-US" smtClean="0"/>
              <a:t>3/15/25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9C9D2-9C48-1C43-A9A5-A3A0DFA4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5891F-52FD-220B-4709-9FB8BFE089F6}"/>
              </a:ext>
            </a:extLst>
          </p:cNvPr>
          <p:cNvSpPr txBox="1"/>
          <p:nvPr/>
        </p:nvSpPr>
        <p:spPr>
          <a:xfrm>
            <a:off x="3771935" y="1342724"/>
            <a:ext cx="364203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3D3B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en-US" sz="8800" b="1" dirty="0">
                <a:solidFill>
                  <a:srgbClr val="3459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scaled asymptotically-free </a:t>
            </a:r>
          </a:p>
          <a:p>
            <a:pPr algn="ctr"/>
            <a:r>
              <a:rPr lang="en-US" sz="8800" b="1" dirty="0">
                <a:solidFill>
                  <a:srgbClr val="3D3B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self-interacting random walks </a:t>
            </a:r>
            <a:r>
              <a:rPr lang="en-US" sz="8800" b="1" dirty="0">
                <a:solidFill>
                  <a:srgbClr val="3459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8800" b="1" dirty="0">
                <a:solidFill>
                  <a:srgbClr val="3D3B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Brownian motion perturbed at extrema</a:t>
            </a:r>
          </a:p>
        </p:txBody>
      </p:sp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2BCA34D-DB13-F217-E05E-C25FFC98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28" y="1174699"/>
            <a:ext cx="4485858" cy="239993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2083AB-6802-EC13-1B91-4677D68F7B40}"/>
              </a:ext>
            </a:extLst>
          </p:cNvPr>
          <p:cNvCxnSpPr>
            <a:cxnSpLocks/>
          </p:cNvCxnSpPr>
          <p:nvPr/>
        </p:nvCxnSpPr>
        <p:spPr>
          <a:xfrm>
            <a:off x="-318052" y="6559827"/>
            <a:ext cx="442457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38E5CE-66C7-8AC0-546C-DDE6273BC7F0}"/>
              </a:ext>
            </a:extLst>
          </p:cNvPr>
          <p:cNvSpPr txBox="1"/>
          <p:nvPr/>
        </p:nvSpPr>
        <p:spPr>
          <a:xfrm>
            <a:off x="7507358" y="4501301"/>
            <a:ext cx="284722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3459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Xiaoyu Liu  Zhe Wang</a:t>
            </a:r>
          </a:p>
        </p:txBody>
      </p:sp>
      <p:pic>
        <p:nvPicPr>
          <p:cNvPr id="16" name="Picture 15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49464B20-07FE-AAF6-9900-CC497747CD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653"/>
          <a:stretch/>
        </p:blipFill>
        <p:spPr>
          <a:xfrm>
            <a:off x="35189327" y="-346928"/>
            <a:ext cx="8701873" cy="33793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23D29-0817-AE82-24A7-41DD518F1723}"/>
              </a:ext>
            </a:extLst>
          </p:cNvPr>
          <p:cNvSpPr txBox="1"/>
          <p:nvPr/>
        </p:nvSpPr>
        <p:spPr>
          <a:xfrm>
            <a:off x="28849985" y="4855634"/>
            <a:ext cx="27080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EA3323"/>
                </a:solidFill>
                <a:latin typeface="Cascadia Code SemiLight" panose="020B0609020000020004" pitchFamily="34" charset="0"/>
                <a:ea typeface="Cascadia Code SemiLight" panose="020B0609020000020004" pitchFamily="34" charset="0"/>
                <a:cs typeface="Cascadia Code SemiLight" panose="020B0609020000020004" pitchFamily="34" charset="0"/>
              </a:rPr>
              <a:t>arXiv:2402.11828, Submitted to EJP</a:t>
            </a:r>
          </a:p>
          <a:p>
            <a:endParaRPr lang="en-US" sz="5400" dirty="0">
              <a:solidFill>
                <a:srgbClr val="EA3323"/>
              </a:solidFill>
              <a:latin typeface="Cascadia Code SemiLight" panose="020B0609020000020004" pitchFamily="34" charset="0"/>
              <a:ea typeface="Cascadia Code SemiLight" panose="020B0609020000020004" pitchFamily="34" charset="0"/>
              <a:cs typeface="Cascadia Code SemiLight" panose="020B06090200000200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AFFCB-F285-5548-E3A4-4A492A9A5052}"/>
              </a:ext>
            </a:extLst>
          </p:cNvPr>
          <p:cNvSpPr txBox="1"/>
          <p:nvPr/>
        </p:nvSpPr>
        <p:spPr>
          <a:xfrm>
            <a:off x="22144383" y="75139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14EC6E-399C-05B5-29CC-97E2DAB8A184}"/>
              </a:ext>
            </a:extLst>
          </p:cNvPr>
          <p:cNvSpPr/>
          <p:nvPr/>
        </p:nvSpPr>
        <p:spPr>
          <a:xfrm>
            <a:off x="273654" y="6609957"/>
            <a:ext cx="14266825" cy="25992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F7EA8-9EDE-3468-DFBE-11F57DB9A1FA}"/>
              </a:ext>
            </a:extLst>
          </p:cNvPr>
          <p:cNvSpPr/>
          <p:nvPr/>
        </p:nvSpPr>
        <p:spPr>
          <a:xfrm>
            <a:off x="14812187" y="6559826"/>
            <a:ext cx="14266825" cy="25992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F02ADA-72F0-B706-6C2A-1DD1B81ECDE5}"/>
              </a:ext>
            </a:extLst>
          </p:cNvPr>
          <p:cNvSpPr/>
          <p:nvPr/>
        </p:nvSpPr>
        <p:spPr>
          <a:xfrm>
            <a:off x="29350720" y="6584893"/>
            <a:ext cx="14266825" cy="25992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7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66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558</TotalTime>
  <Words>25</Words>
  <Application>Microsoft Macintosh PowerPoint</Application>
  <PresentationFormat>Custom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Cascadia Code SemiLight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Xiaoyu</dc:creator>
  <cp:lastModifiedBy>Liu, Xiaoyu</cp:lastModifiedBy>
  <cp:revision>4</cp:revision>
  <dcterms:created xsi:type="dcterms:W3CDTF">2025-03-15T22:00:44Z</dcterms:created>
  <dcterms:modified xsi:type="dcterms:W3CDTF">2025-03-16T07:21:00Z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2025-03-15T22:01:17Z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8e1ff6ec-8328-40c7-93e3-a8c76a7b5661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